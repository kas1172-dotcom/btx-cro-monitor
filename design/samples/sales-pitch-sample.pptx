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BTX revenue ($M)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6.1</c:v>
                </c:pt>
                <c:pt idx="2">
                  <c:v>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263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900" b="0" i="0" u="none" strike="noStrike">
                    <a:solidFill>
                      <a:srgbClr val="6B7787"/>
                    </a:solidFill>
                    <a:latin typeface="Inter"/>
                  </a:rPr>
                  <a:t>Fiscal 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900" b="0" i="0" u="none" strike="noStrike">
                    <a:solidFill>
                      <a:srgbClr val="6B7787"/>
                    </a:solidFill>
                    <a:latin typeface="Inter"/>
                  </a:rPr>
                  <a:t>$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 value ($M/yr)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</c:v>
                </c:pt>
                <c:pt idx="1">
                  <c:v>2.6</c:v>
                </c:pt>
                <c:pt idx="2">
                  <c:v>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263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900" b="0" i="0" u="none" strike="noStrike">
                    <a:solidFill>
                      <a:srgbClr val="6B7787"/>
                    </a:solidFill>
                    <a:latin typeface="Inter"/>
                  </a:rPr>
                  <a:t>Fiscal 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900" b="0" i="0" u="none" strike="noStrike">
                    <a:solidFill>
                      <a:srgbClr val="6B7787"/>
                    </a:solidFill>
                    <a:latin typeface="Inter"/>
                  </a:rPr>
                  <a:t>$ millions / 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181051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Lockheed Martin · F-35 SUSTAINMENT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domestic 5-axis partner with AS9100 capacity available now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Build-to-print spares delivered with a 99.2% on-time record and open capacity to take load off your schedule this quarter.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 supply-chain introduction ·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CASE IN FIGURES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partnership is worth to both sides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9834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1.  </a:t>
            </a:r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BTX revenue from the account, internal view. X-axis: Fiscal year; Y-axis: $ millions. Projection uses qualified pipeline and account-fit assumptions. Summary: Revenue ramps to $7.8M by FY28 as lot-19 spares scale.</a:t>
            </a:r>
            <a:endParaRPr lang="en-US" sz="9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5087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217920" y="49834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2.  </a:t>
            </a:r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value to the client, external view. X-axis: Fiscal year; Y-axis: $ millions / year. Projection uses qualified pipeline and account-fit assumptions. Summary: Value reflects expedite avoidance, scrap reduction, and dual-source risk relief.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Precision Machining   ·   Sales pitch · Illustrative sample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20-minute 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 call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86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your build-to-print spares scope and our current capacity windows.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8160" y="173736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8200" y="2057400"/>
            <a:ext cx="457200" cy="457200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8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8200" y="27432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review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8200" y="3246120"/>
            <a:ext cx="286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AS9100 / ITAR docs, sample first articles, and quality record.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7680" y="173736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7720" y="2057400"/>
            <a:ext cx="457200" cy="457200"/>
          </a:xfrm>
          <a:prstGeom prst="ellipse">
            <a:avLst/>
          </a:prstGeom>
          <a:solidFill>
            <a:srgbClr val="2FB6A8"/>
          </a:solidFill>
          <a:ln w="12700">
            <a:solidFill>
              <a:srgbClr val="2FB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27720" y="274320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package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27720" y="3246120"/>
            <a:ext cx="286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a first lot-19 spares package against your priority parts.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with a 20-minute window, or we can hold two options for your team this week.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Precision Machining   ·   Sales pitch · Illustrative sample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BTX Precision Machining</dc:subject>
  <dc:creator>BTX Revenue Brain</dc:creator>
  <cp:lastModifiedBy>BTX Revenue Brain</cp:lastModifiedBy>
  <cp:revision>1</cp:revision>
  <dcterms:created xsi:type="dcterms:W3CDTF">2026-07-12T12:55:15Z</dcterms:created>
  <dcterms:modified xsi:type="dcterms:W3CDTF">2026-07-12T12:55:15Z</dcterms:modified>
</cp:coreProperties>
</file>